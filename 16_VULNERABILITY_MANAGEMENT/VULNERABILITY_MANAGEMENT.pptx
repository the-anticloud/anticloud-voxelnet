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Vulnerability Management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VOXELNET | Category: VOXELIZATION</a:t>
            </a:r>
          </a:p>
          <a:p>
            <a:r>
              <a:rPr sz="1400"/>
              <a:t>Upstream: https://github.com/nicedoc/VoxelNet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vulnerability management for the Anticloud integration of VOXELNET.</a:t>
            </a:r>
          </a:p>
          <a:p>
            <a:r>
              <a:rPr sz="1400"/>
              <a:t>VoxelNet 3D object detection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VOXELNET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